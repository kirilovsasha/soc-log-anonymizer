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2.png"/><Relationship Id="rId5" Type="http://schemas.openxmlformats.org/officeDocument/2006/relationships/image" Target="../media/image-10-5.png"/><Relationship Id="rId6" Type="http://schemas.openxmlformats.org/officeDocument/2006/relationships/image" Target="../media/image-10-2.png"/><Relationship Id="rId7" Type="http://schemas.openxmlformats.org/officeDocument/2006/relationships/image" Target="../media/image-10-7.png"/><Relationship Id="rId8" Type="http://schemas.openxmlformats.org/officeDocument/2006/relationships/image" Target="../media/image-10-2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hield_accent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778240" y="-1188720"/>
            <a:ext cx="5029200" cy="5029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1488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LOG ANONYMIZER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0632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Маскирование чувствительных данных в security-логах —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того, как их увидит внешний LLM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822960" y="4160520"/>
            <a:ext cx="7223760" cy="868680"/>
          </a:xfrm>
          <a:prstGeom prst="roundRect">
            <a:avLst>
              <a:gd name="adj" fmla="val 8421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4279392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src=10.0.0.5 user=jdoe@example.com</a:t>
            </a:r>
            <a:endParaRPr lang="en-US" sz="1300" dirty="0"/>
          </a:p>
        </p:txBody>
      </p:sp>
      <p:pic>
        <p:nvPicPr>
          <p:cNvPr id="7" name="Image 1" descr="assets/arrowright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590288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455371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src=[IP_982c4063468d] user=[EMAIL_fb6af8a8048b]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5623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стандартная библиотека Python  ·  CLI + GUI + Python API  ·  обратимо (деанонимизация)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LOG ANONYMIZER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54887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 просто скопировать лог инцидента в ChatGPT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5" name="Image 0" descr="assets/aler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842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82880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 инцидентов содержат IP-адреса, email, имена пользователей, хосты, а иногда — пароли и токены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8" name="Image 1" descr="assets/aler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4015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324612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SOC-аналитики всё чаще используют LLM для анализа и объяснения логов — это ощутимо ускоряет расследование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40080" y="470916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11" name="Image 2" descr="assets/aler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8188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466344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Отправка сырых логов во внешний LLM-сервис = утечка чувствительных данных за периметр организации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263640" y="182880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537960" y="20299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raw_incident.log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6537960" y="25146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2026-08-31 09:12:03 INFO src=</a:t>
            </a:r>
            <a:pPr indent="0" marL="0">
              <a:buNone/>
            </a:pPr>
            <a:r>
              <a:rPr lang="en-US" sz="1250" b="1" dirty="0">
                <a:solidFill>
                  <a:srgbClr val="0A0F1E"/>
                </a:solidFill>
                <a:highlight>
                  <a:srgbClr val="FBBF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10.0.0.5</a:t>
            </a:r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action=login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6537960" y="304495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user=</a:t>
            </a:r>
            <a:pPr indent="0" marL="0">
              <a:buNone/>
            </a:pPr>
            <a:r>
              <a:rPr lang="en-US" sz="1250" b="1" dirty="0">
                <a:solidFill>
                  <a:srgbClr val="0A0F1E"/>
                </a:solidFill>
                <a:highlight>
                  <a:srgbClr val="FBBF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jdoe@example.com</a:t>
            </a:r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status=ok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6537960" y="35753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host=</a:t>
            </a:r>
            <a:pPr indent="0" marL="0">
              <a:buNone/>
            </a:pPr>
            <a:r>
              <a:rPr lang="en-US" sz="1250" b="1" dirty="0">
                <a:solidFill>
                  <a:srgbClr val="0A0F1E"/>
                </a:solidFill>
                <a:highlight>
                  <a:srgbClr val="FBBF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db01.internal</a:t>
            </a:r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user=</a:t>
            </a:r>
            <a:pPr indent="0" marL="0">
              <a:buNone/>
            </a:pPr>
            <a:r>
              <a:rPr lang="en-US" sz="1250" b="1" dirty="0">
                <a:solidFill>
                  <a:srgbClr val="0A0F1E"/>
                </a:solidFill>
                <a:highlight>
                  <a:srgbClr val="FBBF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svc_backup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537960" y="410565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password=</a:t>
            </a:r>
            <a:pPr indent="0" marL="0">
              <a:buNone/>
            </a:pPr>
            <a:r>
              <a:rPr lang="en-US" sz="1250" b="1" dirty="0">
                <a:solidFill>
                  <a:srgbClr val="0A0F1E"/>
                </a:solidFill>
                <a:highlight>
                  <a:srgbClr val="FBBF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Secret123!</a:t>
            </a:r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action=auth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6537960" y="5394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Выделено — то, что нельзя показывать внешнему сервису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LOG ANONYMIZER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54887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Псевдонимизация вместо простого удаления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1965960"/>
          </a:xfrm>
          <a:prstGeom prst="roundRect">
            <a:avLst>
              <a:gd name="adj" fmla="val 3721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993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28600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2026-08-31 09:12:03 INFO src=10.0.0.5 user=jdoe@example.com action=login status=ok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2816352"/>
            <a:ext cx="9966960" cy="0"/>
          </a:xfrm>
          <a:prstGeom prst="line">
            <a:avLst/>
          </a:prstGeom>
          <a:noFill/>
          <a:ln w="12700">
            <a:solidFill>
              <a:srgbClr val="2330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21868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2026-08-31 09:12:03 INFO src=[IP_982c4063468d] user=[EMAIL_fb6af8a8048b] action=login status=ok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25196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B2540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4526280"/>
            <a:ext cx="594360" cy="5943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2" name="Image 0" descr="assets/lay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926" y="4668926"/>
            <a:ext cx="309067" cy="309067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874520" y="4480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874520" y="4937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 данных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434840" y="425196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B2540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09160" y="4526280"/>
            <a:ext cx="594360" cy="5943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7" name="Image 1" descr="assets/ke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806" y="4668926"/>
            <a:ext cx="309067" cy="30906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486400" y="4480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+ PBKDF2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0" y="4937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детерминированный псевдоним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046720" y="425196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B2540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321040" y="4526280"/>
            <a:ext cx="594360" cy="5943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2" name="Image 2" descr="assets/refresh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4668926"/>
            <a:ext cx="309067" cy="30906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098280" y="4480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Обратимо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9098280" y="4937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деанонимизация ответа LLM</a:t>
            </a:r>
            <a:endParaRPr lang="en-US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LOG ANONYMIZER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154887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распознаёт и маскирует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78608" cy="1298448"/>
          </a:xfrm>
          <a:prstGeom prst="roundRect">
            <a:avLst>
              <a:gd name="adj" fmla="val 5634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29968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6" name="Image 0" descr="assets/glob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949" y="2150669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26060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IP-адреса и подсети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46704" y="1828800"/>
            <a:ext cx="2578608" cy="1298448"/>
          </a:xfrm>
          <a:prstGeom prst="roundRect">
            <a:avLst>
              <a:gd name="adj" fmla="val 5634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47872" y="2029968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0" name="Image 1" descr="assets/mail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573" y="2150669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47872" y="26060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Email-адреса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053328" y="1828800"/>
            <a:ext cx="2578608" cy="1298448"/>
          </a:xfrm>
          <a:prstGeom prst="roundRect">
            <a:avLst>
              <a:gd name="adj" fmla="val 5634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54496" y="2029968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4" name="Image 2" descr="assets/use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197" y="2150669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54496" y="26060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759952" y="1828800"/>
            <a:ext cx="2578608" cy="1298448"/>
          </a:xfrm>
          <a:prstGeom prst="roundRect">
            <a:avLst>
              <a:gd name="adj" fmla="val 5634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961120" y="2029968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8" name="Image 3" descr="assets/serve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1821" y="2150669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961120" y="26060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Хосты (FQDN)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3273552"/>
            <a:ext cx="2578608" cy="1298448"/>
          </a:xfrm>
          <a:prstGeom prst="roundRect">
            <a:avLst>
              <a:gd name="adj" fmla="val 5634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41248" y="347472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2" name="Image 4" descr="assets/cpu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49" y="3595421"/>
            <a:ext cx="261518" cy="26151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41248" y="405079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MAC-адреса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3346704" y="3273552"/>
            <a:ext cx="2578608" cy="1298448"/>
          </a:xfrm>
          <a:prstGeom prst="roundRect">
            <a:avLst>
              <a:gd name="adj" fmla="val 5634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547872" y="347472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6" name="Image 5" descr="assets/smartphon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8573" y="3595421"/>
            <a:ext cx="261518" cy="26151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547872" y="405079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Телефоны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053328" y="3273552"/>
            <a:ext cx="2578608" cy="1298448"/>
          </a:xfrm>
          <a:prstGeom prst="roundRect">
            <a:avLst>
              <a:gd name="adj" fmla="val 5634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254496" y="347472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30" name="Image 6" descr="assets/hash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5197" y="3595421"/>
            <a:ext cx="261518" cy="261518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254496" y="405079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Хэши / UUID / SID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8759952" y="3273552"/>
            <a:ext cx="2578608" cy="1298448"/>
          </a:xfrm>
          <a:prstGeom prst="roundRect">
            <a:avLst>
              <a:gd name="adj" fmla="val 5634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8961120" y="347472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34" name="Image 7" descr="assets/key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1821" y="3595421"/>
            <a:ext cx="261518" cy="261518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8961120" y="405079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JWT-токены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640080" y="4718304"/>
            <a:ext cx="2578608" cy="1298448"/>
          </a:xfrm>
          <a:prstGeom prst="roundRect">
            <a:avLst>
              <a:gd name="adj" fmla="val 5634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841248" y="4919472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38" name="Image 8" descr="assets/lock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1949" y="5040173"/>
            <a:ext cx="261518" cy="261518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841248" y="5495544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Секреты и пароли</a:t>
            </a:r>
            <a:endParaRPr lang="en-US" sz="1250" dirty="0"/>
          </a:p>
        </p:txBody>
      </p:sp>
      <p:sp>
        <p:nvSpPr>
          <p:cNvPr id="40" name="Shape 29"/>
          <p:cNvSpPr/>
          <p:nvPr/>
        </p:nvSpPr>
        <p:spPr>
          <a:xfrm>
            <a:off x="3346704" y="4718304"/>
            <a:ext cx="2578608" cy="1298448"/>
          </a:xfrm>
          <a:prstGeom prst="roundRect">
            <a:avLst>
              <a:gd name="adj" fmla="val 5634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3547872" y="4919472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42" name="Image 9" descr="assets/briefcase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68573" y="5040173"/>
            <a:ext cx="261518" cy="261518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3547872" y="5495544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 организации</a:t>
            </a:r>
            <a:endParaRPr lang="en-US" sz="1250" dirty="0"/>
          </a:p>
        </p:txBody>
      </p:sp>
      <p:sp>
        <p:nvSpPr>
          <p:cNvPr id="44" name="Shape 32"/>
          <p:cNvSpPr/>
          <p:nvPr/>
        </p:nvSpPr>
        <p:spPr>
          <a:xfrm>
            <a:off x="6053328" y="4718304"/>
            <a:ext cx="2578608" cy="1298448"/>
          </a:xfrm>
          <a:prstGeom prst="roundRect">
            <a:avLst>
              <a:gd name="adj" fmla="val 5634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6254496" y="4919472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46" name="Image 10" descr="assets/filetext_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5197" y="5040173"/>
            <a:ext cx="261518" cy="261518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6254496" y="5495544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/ Syslog-поля</a:t>
            </a:r>
            <a:endParaRPr lang="en-US" sz="1250" dirty="0"/>
          </a:p>
        </p:txBody>
      </p:sp>
      <p:sp>
        <p:nvSpPr>
          <p:cNvPr id="48" name="Shape 35"/>
          <p:cNvSpPr/>
          <p:nvPr/>
        </p:nvSpPr>
        <p:spPr>
          <a:xfrm>
            <a:off x="8759952" y="4718304"/>
            <a:ext cx="2578608" cy="1298448"/>
          </a:xfrm>
          <a:prstGeom prst="roundRect">
            <a:avLst>
              <a:gd name="adj" fmla="val 5634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8961120" y="4919472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50" name="Image 11" descr="assets/database_nav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81821" y="5040173"/>
            <a:ext cx="261518" cy="261518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8961120" y="5495544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Чувствительные JSON-поля</a:t>
            </a:r>
            <a:endParaRPr lang="en-US" sz="1250" dirty="0"/>
          </a:p>
        </p:txBody>
      </p:sp>
      <p:sp>
        <p:nvSpPr>
          <p:cNvPr id="52" name="Text 3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LOG ANONYMIZER</a:t>
            </a:r>
            <a:endParaRPr lang="en-US" sz="900" dirty="0"/>
          </a:p>
        </p:txBody>
      </p:sp>
      <p:sp>
        <p:nvSpPr>
          <p:cNvPr id="53" name="Text 39"/>
          <p:cNvSpPr txBox="1"/>
          <p:nvPr/>
        </p:nvSpPr>
        <p:spPr>
          <a:xfrm>
            <a:off x="1154887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КОНСИСТЕНТНОСТЬ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и то же значение — всегда один и тот же псевдоним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удаление данных, а псевдонимизация: HMAC от значения (с ключом, растянутым через PBKDF2) детерминированно даёт один и тот же псевдоним для одного и того же значения — в пределах всей сессии анонимизации, во всех файлах батча. LLM по-прежнему видит связи между событиями — но не реальные данные.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5257800" cy="3108960"/>
          </a:xfrm>
          <a:prstGeom prst="roundRect">
            <a:avLst>
              <a:gd name="adj" fmla="val 2353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14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290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src=10.0.0.5 dst=8.8.8.8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947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src=[IP_982c4063468d]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1148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dst=[IP_31f0a9c7e2b1]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880360"/>
            <a:ext cx="5257800" cy="3108960"/>
          </a:xfrm>
          <a:prstGeom prst="roundRect">
            <a:avLst>
              <a:gd name="adj" fmla="val 2353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289 (тот же хост позже)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4290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src=10.0.0.5 sev=high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7947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src=[IP_982c4063468d]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тот же псевдоним, что и в строке 14</a:t>
            </a:r>
            <a:endParaRPr lang="en-US" sz="1150" dirty="0"/>
          </a:p>
        </p:txBody>
      </p:sp>
      <p:pic>
        <p:nvPicPr>
          <p:cNvPr id="15" name="Image 0" descr="assets/refresh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4069080"/>
            <a:ext cx="457200" cy="4572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LOG ANONYMIZER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54887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УГРОЗ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Спроектировано с оглядкой на модель угроз SOC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5" name="Image 0" descr="assets/key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191914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7647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+ PBKDF2 (600 000 итераций)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211226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Соль растянута перед использованием как ключ — офлайн-перебор экспортированного mapping-файла становится дорогим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953512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9" name="Image 1" descr="assets/checkcirc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3" y="3089575"/>
            <a:ext cx="294803" cy="29480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9352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Gatekeeper verify()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328269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Повторный проход по итоговому тексту всеми generic-паттернами — ловит то, что могло проскочить основной проход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123944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3" name="Image 2" descr="assets/clo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4260007"/>
            <a:ext cx="294803" cy="29480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41056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ReDoS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445312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Таймаут на текстовый блок + верхняя граница числа «зависших» потоков при систематически вредоносном входе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5294376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7" name="Image 3" descr="assets/lo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5430439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52760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 0600 на все чувствительные файлы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417320" y="56235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mapping, файл соли, черновик автосохранения, аудиторский журнал — не читаются другими локальными пользователями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LOG ANONYMIZER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1154887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движок — три способа использования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93008" cy="4297680"/>
          </a:xfrm>
          <a:prstGeom prst="roundRect">
            <a:avLst>
              <a:gd name="adj" fmla="val 2094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057400"/>
            <a:ext cx="640080" cy="64008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6" name="Image 0" descr="assets/terminal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" y="22110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96112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3337560"/>
            <a:ext cx="3017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→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Пакетная обработка каталогов файлов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→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Потоковый режим для файлов, не влезающих в память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→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--fail-on-unsafe для CI/CD пайплайнов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→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Прозрачная поддержка .gz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15968" y="1783080"/>
            <a:ext cx="3493008" cy="4297680"/>
          </a:xfrm>
          <a:prstGeom prst="roundRect">
            <a:avLst>
              <a:gd name="adj" fmla="val 2094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2057400"/>
            <a:ext cx="640080" cy="64008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1" name="Image 1" descr="assets/monito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19" y="22110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337560"/>
            <a:ext cx="3017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→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Подсветка изменений прямо в Input/Output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→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Тёмная тема, undo, горячие клавиши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→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Автосохранение черновика с восстановлением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→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Автоочистка таблицы соответствия по таймауту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91856" y="1783080"/>
            <a:ext cx="3493008" cy="4297680"/>
          </a:xfrm>
          <a:prstGeom prst="roundRect">
            <a:avLst>
              <a:gd name="adj" fmla="val 2094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47888" y="2057400"/>
            <a:ext cx="640080" cy="64008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6" name="Image 2" descr="assets/cod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507" y="22110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47888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Python-библиотека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247888" y="3337560"/>
            <a:ext cx="3017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→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-e . — используется как обычный пакет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→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SOCLogAnonymizer в собственном пайплайне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→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внешних зависимостей — только stdlib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→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__slots__, типизация, doctest-примеры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LOG ANONYMIZER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54887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для аналитика, а не только для разработчика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5" name="Image 0" descr="assets/ey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842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80136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Живая подсветка заменённых значений прямо в паре Input/Output — по типу данных, теми же цветами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95351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8" name="Image 1" descr="assets/ey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063240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8803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 «→ заменено на …» при наведении на подсвеченное значение — без похода в отдельную таблицу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40080" y="4032504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1" name="Image 2" descr="assets/ey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142232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3959352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HTML diff-отчёт по кнопке — для отправки коллеге или печати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40080" y="5111496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4" name="Image 3" descr="assets/ey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221224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5038344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Синхронный скролл, тёмная тема, undo, живая проверка энтропии соли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263640" y="182880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49224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900684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8887968" y="2148840"/>
            <a:ext cx="0" cy="3611880"/>
          </a:xfrm>
          <a:prstGeom prst="line">
            <a:avLst/>
          </a:prstGeom>
          <a:noFill/>
          <a:ln w="12700">
            <a:solidFill>
              <a:srgbClr val="23304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92240" y="2423160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2DD4BF">
              <a:alpha val="22000"/>
            </a:srgbClr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6492240" y="2423160"/>
            <a:ext cx="22402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10.0.0.5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9006840" y="242316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2DD4BF">
              <a:alpha val="22000"/>
            </a:srgbClr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9006840" y="2423160"/>
            <a:ext cx="22860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[IP_982c...]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92240" y="2990088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60A5FA">
              <a:alpha val="22000"/>
            </a:srgbClr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6492240" y="2990088"/>
            <a:ext cx="22402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jdoe@example.com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9006840" y="2990088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60A5FA">
              <a:alpha val="22000"/>
            </a:srgbClr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9006840" y="2990088"/>
            <a:ext cx="22860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[EMAIL_fb6a...]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492240" y="3557016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F87171">
              <a:alpha val="22000"/>
            </a:srgbClr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6492240" y="3557016"/>
            <a:ext cx="22402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Secret123!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006840" y="3557016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87171">
              <a:alpha val="22000"/>
            </a:srgbClr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9006840" y="3557016"/>
            <a:ext cx="22860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[SECRET_7e21...]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6492240" y="502920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1B2540"/>
          </a:solidFill>
          <a:ln/>
        </p:spPr>
      </p:sp>
      <p:pic>
        <p:nvPicPr>
          <p:cNvPr id="33" name="Image 4" descr="assets/eye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5175504"/>
            <a:ext cx="384048" cy="384048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178040" y="50292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наведите — увидите tooltip с псевдонимом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LOG ANONYMIZER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1154887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 к настоящим объёмам логов инцидента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78608" cy="3566160"/>
          </a:xfrm>
          <a:prstGeom prst="roundRect">
            <a:avLst>
              <a:gd name="adj" fmla="val 2837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3624" y="2194560"/>
            <a:ext cx="731520" cy="7315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6" name="Image 0" descr="assets/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9189" y="23701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0632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mmap + streaming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57600"/>
            <a:ext cx="22128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Файлы, которые не помещаются в память, обрабатываются построчно, без полной загрузки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46704" y="1920240"/>
            <a:ext cx="2578608" cy="3566160"/>
          </a:xfrm>
          <a:prstGeom prst="roundRect">
            <a:avLst>
              <a:gd name="adj" fmla="val 2837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70248" y="2194560"/>
            <a:ext cx="731520" cy="7315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1" name="Image 1" descr="assets/lay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813" y="23701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83864" y="30632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воркеров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529584" y="3657600"/>
            <a:ext cx="22128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Параллельная обработка по чанкам строк или по файлам батча (ProcessPoolExecutor)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53328" y="1920240"/>
            <a:ext cx="2578608" cy="3566160"/>
          </a:xfrm>
          <a:prstGeom prst="roundRect">
            <a:avLst>
              <a:gd name="adj" fmla="val 2837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76872" y="2194560"/>
            <a:ext cx="731520" cy="7315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6" name="Image 2" descr="assets/zap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437" y="237012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90488" y="30632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~2000×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236208" y="3657600"/>
            <a:ext cx="22128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Ускорение создания воркера — HMAC-ключ выводится один раз в родительском процессе, не в каждом воркере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759952" y="1920240"/>
            <a:ext cx="2578608" cy="3566160"/>
          </a:xfrm>
          <a:prstGeom prst="roundRect">
            <a:avLst>
              <a:gd name="adj" fmla="val 2837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683496" y="2194560"/>
            <a:ext cx="731520" cy="7315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1" name="Image 3" descr="assets/clo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061" y="237012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897112" y="30632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сек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8942832" y="3657600"/>
            <a:ext cx="22128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Таймаут на один текстовый блок — защита от патологически медленного regex-матчинга (ReDoS)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LOG ANONYMIZER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54887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ОБРАТНЫЙ ХОД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Анонимизировали, спросили LLM, восстановили реальные значения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88720" y="2377440"/>
            <a:ext cx="777240" cy="77724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5" name="Image 0" descr="assets/filetext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5258" y="25639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3375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 инцидента</a:t>
            </a:r>
            <a:endParaRPr lang="en-US" sz="1150" dirty="0"/>
          </a:p>
        </p:txBody>
      </p:sp>
      <p:pic>
        <p:nvPicPr>
          <p:cNvPr id="7" name="Image 1" descr="assets/arrowright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035" y="2651760"/>
            <a:ext cx="274320" cy="274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440430" y="2377440"/>
            <a:ext cx="777240" cy="77724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9" name="Image 2" descr="assets/lock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968" y="2563978"/>
            <a:ext cx="404165" cy="40416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891790" y="33375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Анонимизация</a:t>
            </a:r>
            <a:endParaRPr lang="en-US" sz="1150" dirty="0"/>
          </a:p>
        </p:txBody>
      </p:sp>
      <p:pic>
        <p:nvPicPr>
          <p:cNvPr id="11" name="Image 3" descr="assets/arrowright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745" y="2651760"/>
            <a:ext cx="274320" cy="27432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692140" y="2377440"/>
            <a:ext cx="777240" cy="77724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13" name="Image 4" descr="assets/cloudoff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8678" y="2563978"/>
            <a:ext cx="404165" cy="40416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143500" y="33375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LLM</a:t>
            </a:r>
            <a:endParaRPr lang="en-US" sz="1150" dirty="0"/>
          </a:p>
        </p:txBody>
      </p:sp>
      <p:pic>
        <p:nvPicPr>
          <p:cNvPr id="15" name="Image 5" descr="assets/arrowright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9455" y="2651760"/>
            <a:ext cx="274320" cy="27432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7943850" y="2377440"/>
            <a:ext cx="777240" cy="77724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17" name="Image 6" descr="assets/clipboard_acc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0388" y="2563978"/>
            <a:ext cx="404165" cy="404165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7395210" y="33375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с псевдонимами</a:t>
            </a:r>
            <a:endParaRPr lang="en-US" sz="1150" dirty="0"/>
          </a:p>
        </p:txBody>
      </p:sp>
      <p:pic>
        <p:nvPicPr>
          <p:cNvPr id="19" name="Image 7" descr="assets/arrowright_acce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1165" y="2651760"/>
            <a:ext cx="274320" cy="27432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10195560" y="2377440"/>
            <a:ext cx="777240" cy="77724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1" name="Image 8" descr="assets/eyeoff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2098" y="2563978"/>
            <a:ext cx="404165" cy="404165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9646920" y="33375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Де-анонимизация</a:t>
            </a:r>
            <a:endParaRPr lang="en-US" sz="1150" dirty="0"/>
          </a:p>
        </p:txBody>
      </p:sp>
      <p:sp>
        <p:nvSpPr>
          <p:cNvPr id="23" name="Shape 12"/>
          <p:cNvSpPr/>
          <p:nvPr/>
        </p:nvSpPr>
        <p:spPr>
          <a:xfrm>
            <a:off x="822960" y="4480560"/>
            <a:ext cx="10515600" cy="1508760"/>
          </a:xfrm>
          <a:prstGeom prst="roundRect">
            <a:avLst>
              <a:gd name="adj" fmla="val 4848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pic>
        <p:nvPicPr>
          <p:cNvPr id="24" name="Image 9" descr="assets/eyeoff_accen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1560" y="4754880"/>
            <a:ext cx="502920" cy="502920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1737360" y="47091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 получает от LLM объяснение или рекомендации, где вместо реальных данных — псевдонимы ([IP_...], [EMAIL_...]). Команда deanonymize с исходной mapping-таблицей мгновенно восстанавливает в этом тексте настоящие значения — LLM их не видел ни секунды.</a:t>
            </a:r>
            <a:endParaRPr lang="en-US" sz="1350" dirty="0"/>
          </a:p>
        </p:txBody>
      </p:sp>
      <p:sp>
        <p:nvSpPr>
          <p:cNvPr id="26" name="Text 14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LOG ANONYMIZER</a:t>
            </a:r>
            <a:endParaRPr lang="en-US" sz="900" dirty="0"/>
          </a:p>
        </p:txBody>
      </p:sp>
      <p:sp>
        <p:nvSpPr>
          <p:cNvPr id="27" name="Text 15"/>
          <p:cNvSpPr txBox="1"/>
          <p:nvPr/>
        </p:nvSpPr>
        <p:spPr>
          <a:xfrm>
            <a:off x="1154887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РАЗВЁРТЫВАНИЕ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одной команды pip install до автономного бинарника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78608" cy="3429000"/>
          </a:xfrm>
          <a:prstGeom prst="roundRect">
            <a:avLst>
              <a:gd name="adj" fmla="val 2837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86484" y="2240280"/>
            <a:ext cx="685800" cy="68580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6" name="Image 0" descr="assets/downloa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076" y="24048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0632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-e 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Стандартная установка в venv — для разработчиков и CI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46704" y="1965960"/>
            <a:ext cx="2578608" cy="3429000"/>
          </a:xfrm>
          <a:prstGeom prst="roundRect">
            <a:avLst>
              <a:gd name="adj" fmla="val 2837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93108" y="2240280"/>
            <a:ext cx="685800" cy="68580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1" name="Image 1" descr="assets/packag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4048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83864" y="30632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zipapp (.pyz)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29584" y="361188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файл, распространяется внутри команды — Python на машине всё ещё нужен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53328" y="1965960"/>
            <a:ext cx="2578608" cy="3429000"/>
          </a:xfrm>
          <a:prstGeom prst="roundRect">
            <a:avLst>
              <a:gd name="adj" fmla="val 2837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99732" y="2240280"/>
            <a:ext cx="685800" cy="68580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6" name="Image 2" descr="assets/monito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324" y="240487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90488" y="30632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PyInstaller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36208" y="361188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Автономный бинарник — Python у получателя не нужен, для SOC-аналитиков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759952" y="1965960"/>
            <a:ext cx="2578608" cy="3429000"/>
          </a:xfrm>
          <a:prstGeom prst="roundRect">
            <a:avLst>
              <a:gd name="adj" fmla="val 2837"/>
            </a:avLst>
          </a:prstGeom>
          <a:solidFill>
            <a:srgbClr val="141B2E"/>
          </a:solidFill>
          <a:ln w="9525">
            <a:solidFill>
              <a:srgbClr val="23304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706356" y="2240280"/>
            <a:ext cx="685800" cy="68580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1" name="Image 3" descr="assets/terminal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0948" y="240487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897112" y="30632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.bat-обёртки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942832" y="361188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GUI/CLI в Windows без командной строки для не-технических пользователей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LOG ANONYMIZER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54887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hield_accent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-1463040" y="2377440"/>
            <a:ext cx="5029200" cy="5029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41732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 инцидента остаются полезными для LLM —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безопасными для организации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22960" y="3429000"/>
            <a:ext cx="685800" cy="68580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5" name="Image 1" descr="assets/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593592"/>
            <a:ext cx="356616" cy="35661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691640" y="3456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1691640" y="38221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HMAC+PBKDF2, gatekeeper, ReDoS-защита, 0600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343400" y="3429000"/>
            <a:ext cx="685800" cy="68580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9" name="Image 2" descr="assets/zap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3593592"/>
            <a:ext cx="356616" cy="35661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212080" y="3456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Производительность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5212080" y="38221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streaming, параллелизм, батч-обработка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7863840" y="3429000"/>
            <a:ext cx="685800" cy="68580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3" name="Image 3" descr="assets/monito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2" y="3593592"/>
            <a:ext cx="356616" cy="35661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732520" y="3456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Удобство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8732520" y="38221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+ CLI + Python API, один движок</a:t>
            </a:r>
            <a:endParaRPr lang="en-US" sz="1100" dirty="0"/>
          </a:p>
        </p:txBody>
      </p:sp>
      <p:sp>
        <p:nvSpPr>
          <p:cNvPr id="16" name="Text 10"/>
          <p:cNvSpPr txBox="1"/>
          <p:nvPr/>
        </p:nvSpPr>
        <p:spPr>
          <a:xfrm>
            <a:off x="82296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стандартная библиотека Python — ни одной внешней зависимости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LOG ANONYMIZER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1154887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2026-09-02T20:07:06Z</dcterms:created>
  <dcterms:modified xsi:type="dcterms:W3CDTF">2026-09-02T20:07:06Z</dcterms:modified>
</cp:coreProperties>
</file>